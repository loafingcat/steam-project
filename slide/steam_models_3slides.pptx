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21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숨은 명작 탐지: 출시 전 정보만으로 '평가 좋은데 안 알려진 게임'을 찾는 분류 모델. 양성 9.8% 극단 불균형. XGBoost가 딥러닝을 이김. PR-AUC 0.279는 무작위의 2.85배.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흥행 예측: 팀원이 만든 모델. 다운샘플링으로 1:1 균형. RF→LightGBM→MLP 순으로 발전. 균형 데이터에선 딥러닝(MLP)이 정확도 86%, F1 0.62로 최고. 숨은 명작과 달리 DL이 이김.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자연어 검색: 잔잔한 힐링 게임 같은 입력으로 게임 찾기. ML(단어매칭)은 영어 키워드에 강하지만 한국어 불가. DL(의미 임베딩)은 한국어·자연어 가능. 하이브리드로 자동 선택. 전체 결론: 데이터 성격이 모델을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3243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822960" cy="822960"/>
          </a:xfrm>
          <a:prstGeom prst="ellipse">
            <a:avLst/>
          </a:prstGeom>
          <a:solidFill>
            <a:srgbClr val="4FB0E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42062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B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정형 데이터 · 분류 모델 (ML 우세)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36192" y="676656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숨은 명작 탐지 — 묻혀있는 좋은 게임 찾기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50" b="1" dirty="0">
                <a:solidFill>
                  <a:srgbClr val="13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설명</a:t>
            </a:r>
            <a:r>
              <a:rPr lang="en-US" sz="1450" b="1" dirty="0">
                <a:solidFill>
                  <a:srgbClr val="13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450" dirty="0">
                <a:solidFill>
                  <a:srgbClr val="334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게임의 가격·장르·플랫폼 등 83개 정보만 보고, '평가는 좋은데 아직 안 알려진 게임'인지 0~100% 점수로 매깁니다.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548640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3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방식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310128"/>
            <a:ext cx="4983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모델 비교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전통 ML 5종(XGBoost 등) vs 딥러닝 2종(MLP)을 같은 데이터로 경쟁시켜 가장 좋은 모델을 자동 선정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불균형 문제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숨은 명작은 전체의 9.8%뿐 → 그냥 두면 모델이 '전부 아님'이라 찍음. 가중치·오버샘플링으로 해결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신뢰도 보정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30개 만점(100%)보다 1000개 중 95%가 더 믿을 만함 → Wilson 점수로 표본 크기 반영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697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2862072"/>
            <a:ext cx="260604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4FB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0.279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373368" y="3739896"/>
            <a:ext cx="238658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 (정밀도 종합점수)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무작위 0.098의 약 2.85배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98280" y="2697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98280" y="2862072"/>
            <a:ext cx="260604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승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208008" y="3739896"/>
            <a:ext cx="238658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&gt; 딥러닝(MLP)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정형+소수 데이터엔 ML이 유리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461772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EAF3FA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 봐야 할 기준점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50749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PR-AUC: </a:t>
            </a:r>
            <a:r>
              <a:rPr lang="en-US" sz="1180" dirty="0">
                <a:solidFill>
                  <a:srgbClr val="44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 랜덤 / 0.20 쓸만함 / 0.30 꽤 좋음. 양성이 9.8%뿐인 어려운 문제라 이 숫자도 의미있는 성능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6492240" y="57150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80" b="1" dirty="0" err="1">
                <a:solidFill>
                  <a:srgbClr val="B55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발견</a:t>
            </a:r>
            <a:r>
              <a:rPr lang="en-US" sz="1180" b="1" dirty="0">
                <a:solidFill>
                  <a:srgbClr val="B55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180" dirty="0">
                <a:solidFill>
                  <a:srgbClr val="44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딥러닝은 기본 설정에서 명작을 거의 못 찾음(F1 0.02) → 판정 기준선 조정으로 0.29 회복</a:t>
            </a:r>
            <a:endParaRPr lang="en-US" sz="11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2A1A3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822960" cy="822960"/>
          </a:xfrm>
          <a:prstGeom prst="ellipse">
            <a:avLst/>
          </a:prstGeom>
          <a:solidFill>
            <a:srgbClr val="B57BE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42062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57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정형 데이터 · 분류 모델 (DL 우세)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36192" y="676656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흥행 예측 — 이 게임이 잘 팔릴까?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50" b="1" dirty="0">
                <a:solidFill>
                  <a:srgbClr val="2A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설명</a:t>
            </a:r>
            <a:r>
              <a:rPr lang="en-US" sz="1450" b="1" dirty="0">
                <a:solidFill>
                  <a:srgbClr val="2A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450" dirty="0">
                <a:solidFill>
                  <a:srgbClr val="3A2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정보를 보고 '흥행작이 될지'를 예측합니다. 데이터 균형을 1:1로 맞춰 공정하게 학습시킨 게 핵심.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548640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발전시켰나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310128"/>
            <a:ext cx="4983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랜덤 포레스트 (시작점)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4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불균형 탓에 흥행작을 28%밖에 못 잡음 → 데이터를 1:1로 맞추니 78%로 급상승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LightGBM (고도화)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4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정교한 부스팅 알고리즘으로 교체 → 균형점수(F1) 0.58 확보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딥러닝 MLP (최종 선정)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4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과적합(암기) 발생 → 드롭아웃 규제 강화로 해결 → 가장 우수한 균형점수로 최종 채택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697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2862072"/>
            <a:ext cx="260604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B57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373368" y="3739896"/>
            <a:ext cx="238658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정확도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 MLP 모델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98280" y="2697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98280" y="2862072"/>
            <a:ext cx="260604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 승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208008" y="3739896"/>
            <a:ext cx="238658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F1 0.60 &gt; LightGBM 0.58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균형 데이터에선 딥러닝도 경쟁력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461772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0E9F8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 봐야 할 기준점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50749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Recall(재현율): </a:t>
            </a:r>
            <a:r>
              <a:rPr lang="en-US" sz="1180" dirty="0">
                <a:solidFill>
                  <a:srgbClr val="4A3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흥행작 중 모델이 잡아낸 비율. 28</a:t>
            </a:r>
            <a:r>
              <a:rPr lang="en-US" sz="1180">
                <a:solidFill>
                  <a:srgbClr val="4A3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%→82%</a:t>
            </a:r>
            <a:r>
              <a:rPr lang="en-US" sz="1180" dirty="0">
                <a:solidFill>
                  <a:srgbClr val="4A3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개선된 게 이 모델의 핵심 성과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6492240" y="57150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80" b="1" dirty="0">
                <a:solidFill>
                  <a:srgbClr val="8A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발견: </a:t>
            </a:r>
            <a:r>
              <a:rPr lang="en-US" sz="1180" dirty="0">
                <a:solidFill>
                  <a:srgbClr val="4A3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딥러닝이 후반에 성적이 출렁임(과적합) → 드롭아웃 0.3→0.4 조정만으로 안정화</a:t>
            </a:r>
            <a:endParaRPr lang="en-US" sz="11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0E2E2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822960" cy="822960"/>
          </a:xfrm>
          <a:prstGeom prst="ellipse">
            <a:avLst/>
          </a:prstGeom>
          <a:solidFill>
            <a:srgbClr val="27C2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42062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7C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데이터 · 의미 검색 (DL 우세)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36192" y="676656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게임 검색 — 분위기로 찾기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이게 뭐냐  </a:t>
            </a:r>
            <a:r>
              <a:rPr lang="en-US" sz="1450" dirty="0">
                <a:solidFill>
                  <a:srgbClr val="2A3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"잔잔한 힐링 게임"처럼 말로 입력하면 어울리는 게임을 찾아줍니다. 단어매칭(ML)과 의미매칭(DL)을 비교했습니다.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548640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방식의 차이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310128"/>
            <a:ext cx="4983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ML — 단어 매칭 (TF-IDF)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설명문에 그 '단어'가 있어야 찾음. 빠르지만 '힐링'='relaxing'을 모르고, 한국어 검색 불가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DL — 의미 매칭 (임베딩)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단어가 달라도 '뜻'이 비슷하면 찾음. 한국어로 영어 게임도 검색 가능 (다국어 모델)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534924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E3F6F0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53492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하이브리드: </a:t>
            </a:r>
            <a:r>
              <a:rPr lang="en-US" sz="1200" dirty="0">
                <a:solidFill>
                  <a:srgbClr val="2A4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짧은 영어는 ML, 한국어·문장은 DL로 자동 선택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697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2862072"/>
            <a:ext cx="260604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27C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6373368" y="3739896"/>
            <a:ext cx="238658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정확도(P@20)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영어 키워드 검색 기준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98280" y="26060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98280" y="2770632"/>
            <a:ext cx="2606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 승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9208008" y="3703320"/>
            <a:ext cx="2386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한국어·자연어는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DL만 가능 (ML은 0%)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61772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E3F6F0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 핵심 결론 (전체 프로젝트)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92240" y="5102352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"무엇이 더 좋은가"가 아니라 </a:t>
            </a:r>
            <a:r>
              <a:rPr lang="en-US" sz="1250" b="1" dirty="0">
                <a:solidFill>
                  <a:srgbClr val="1A7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"데이터 성격이 모델을 결정한다"</a:t>
            </a:r>
            <a:r>
              <a:rPr lang="en-US" sz="1250" dirty="0">
                <a:solidFill>
                  <a:srgbClr val="334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정형+불균형은 ML, 균형 정형은 DL, 텍스트 의미는 DL.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665</Words>
  <Application>Microsoft Office PowerPoint</Application>
  <PresentationFormat>와이드스크린</PresentationFormat>
  <Paragraphs>69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Steam ML vs DL — 모델 3종 개요</dc:title>
  <dc:subject>PptxGenJS Presentation</dc:subject>
  <dc:creator>Steam Project Team</dc:creator>
  <cp:lastModifiedBy>RAKWON PAEK</cp:lastModifiedBy>
  <cp:revision>3</cp:revision>
  <dcterms:created xsi:type="dcterms:W3CDTF">2026-06-16T01:26:03Z</dcterms:created>
  <dcterms:modified xsi:type="dcterms:W3CDTF">2026-06-16T01:40:47Z</dcterms:modified>
</cp:coreProperties>
</file>